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56" r:id="rId5"/>
    <p:sldId id="290" r:id="rId6"/>
    <p:sldId id="264" r:id="rId7"/>
    <p:sldId id="262" r:id="rId8"/>
    <p:sldId id="276" r:id="rId9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204" autoAdjust="0"/>
  </p:normalViewPr>
  <p:slideViewPr>
    <p:cSldViewPr snapToGrid="0">
      <p:cViewPr varScale="1">
        <p:scale>
          <a:sx n="77" d="100"/>
          <a:sy n="77" d="100"/>
        </p:scale>
        <p:origin x="912" y="53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286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A0BDEBA1-176B-4684-BC73-32324FF9EDF5}" type="datetime1">
              <a:rPr lang="es-ES" smtClean="0"/>
              <a:t>10/08/2026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BBEB6193-5AA7-489B-8575-00593FC261DE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fld id="{0A3C1E36-AAB4-47D5-89F4-8F921BD84148}" type="datetime1">
              <a:rPr lang="es-ES" smtClean="0"/>
              <a:t>10/08/2026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noProof="0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10895658-EA1F-4910-80AB-4DA76E167475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10895658-EA1F-4910-80AB-4DA76E167475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10895658-EA1F-4910-80AB-4DA76E167475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826134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10895658-EA1F-4910-80AB-4DA76E167475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560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10895658-EA1F-4910-80AB-4DA76E167475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063330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10895658-EA1F-4910-80AB-4DA76E167475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0712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1.svg"/><Relationship Id="rId4" Type="http://schemas.openxmlformats.org/officeDocument/2006/relationships/image" Target="../media/image9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116" name="Grupo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upo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upo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upo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upo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upo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upo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upo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>
                            <a:defPPr>
                              <a:defRPr lang="es-ES"/>
                            </a:defPPr>
                          </a:lstStyle>
                          <a:p>
                            <a:pPr algn="ctr" rtl="0"/>
                            <a:r>
                              <a:rPr lang="es-E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>
                          <a:defPPr>
                            <a:defRPr lang="es-ES"/>
                          </a:defPPr>
                        </a:lstStyle>
                        <a:p>
                          <a:pPr algn="ctr" rtl="0"/>
                          <a:r>
                            <a:rPr lang="es-E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>
                          <a:defRPr lang="es-ES"/>
                        </a:defPPr>
                      </a:lstStyle>
                      <a:p>
                        <a:pPr algn="ctr" rtl="0"/>
                        <a:r>
                          <a:rPr lang="es-ES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s-ES"/>
                    </a:defPPr>
                  </a:lstStyle>
                  <a:p>
                    <a:pPr algn="ctr" rtl="0"/>
                    <a:r>
                      <a:rPr lang="es-ES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r>
                  <a:rPr lang="es-ES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297" name="Gráfico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áfico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Conector recto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rtlCol="0" anchor="ctr"/>
          <a:lstStyle>
            <a:lvl1pPr algn="l">
              <a:defRPr lang="es-ES" sz="60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rtlCol="0" anchor="b" anchorCtr="0"/>
          <a:lstStyle>
            <a:lvl1pPr>
              <a:defRPr lang="es-ES" cap="all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s-ES" sz="2400"/>
            </a:lvl1pPr>
            <a:lvl2pPr marL="457200">
              <a:lnSpc>
                <a:spcPts val="2000"/>
              </a:lnSpc>
              <a:defRPr lang="es-ES" sz="1800"/>
            </a:lvl2pPr>
            <a:lvl3pPr marL="914400">
              <a:lnSpc>
                <a:spcPts val="2000"/>
              </a:lnSpc>
              <a:defRPr lang="es-ES" sz="1800"/>
            </a:lvl3pPr>
            <a:lvl4pPr marL="1371600">
              <a:lnSpc>
                <a:spcPts val="2000"/>
              </a:lnSpc>
              <a:defRPr lang="es-ES" sz="1800"/>
            </a:lvl4pPr>
            <a:lvl5pPr marL="1828800">
              <a:lnSpc>
                <a:spcPts val="2000"/>
              </a:lnSpc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20" name="Imagen 19" descr="Un patrón seleccionado blanco y negro&#10;&#10;Descripción generada automáticamente con confianza baja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áfico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14" name="Gráfico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upo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upo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upo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upo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upo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upo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upo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>
                            <a:defPPr>
                              <a:defRPr lang="es-ES"/>
                            </a:defPPr>
                          </a:lstStyle>
                          <a:p>
                            <a:pPr algn="ctr" rtl="0"/>
                            <a:r>
                              <a:rPr lang="es-E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>
                          <a:defPPr>
                            <a:defRPr lang="es-ES"/>
                          </a:defPPr>
                        </a:lstStyle>
                        <a:p>
                          <a:pPr algn="ctr" rtl="0"/>
                          <a:r>
                            <a:rPr lang="es-E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>
                          <a:defRPr lang="es-ES"/>
                        </a:defPPr>
                      </a:lstStyle>
                      <a:p>
                        <a:pPr algn="ctr" rtl="0"/>
                        <a:r>
                          <a:rPr lang="es-ES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s-ES"/>
                    </a:defPPr>
                  </a:lstStyle>
                  <a:p>
                    <a:pPr algn="ctr" rtl="0"/>
                    <a:r>
                      <a:rPr lang="es-ES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r>
                  <a:rPr lang="es-ES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cxnSp>
          <p:nvCxnSpPr>
            <p:cNvPr id="66" name="Conector recto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6" name="Marcador de fecha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fld id="{9C9B4FAC-0AE5-4FDD-9B45-49F12FBE70E9}" type="datetime1">
              <a:rPr lang="es-ES" smtClean="0"/>
              <a:t>10/08/2026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Imag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rtlCol="0" anchor="ctr">
            <a:normAutofit/>
          </a:bodyPr>
          <a:lstStyle>
            <a:lvl1pPr algn="l">
              <a:defRPr lang="es-ES" sz="48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63" name="Marcador de posición de imagen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algn="ctr">
              <a:defRPr lang="es-ES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insertar una imagen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13" name="Gráfico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11" name="Imagen 10" descr="Un patrón seleccionado blanco y negro&#10;&#10;Descripción generada automáticamente con confianza baja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Subtítulo + Imagen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rtlCol="0" anchor="b">
            <a:normAutofit/>
          </a:bodyPr>
          <a:lstStyle>
            <a:lvl1pPr algn="l">
              <a:defRPr lang="es-ES" sz="48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lang="es-ES" sz="2400">
                <a:solidFill>
                  <a:schemeClr val="tx2"/>
                </a:solidFill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agregar un subtítulo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13" name="Gráfico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upo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upo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upo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upo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upo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upo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upo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>
                            <a:defPPr>
                              <a:defRPr lang="es-ES"/>
                            </a:defPPr>
                          </a:lstStyle>
                          <a:p>
                            <a:pPr algn="ctr" rtl="0"/>
                            <a:r>
                              <a:rPr lang="es-E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>
                          <a:defPPr>
                            <a:defRPr lang="es-ES"/>
                          </a:defPPr>
                        </a:lstStyle>
                        <a:p>
                          <a:pPr algn="ctr" rtl="0"/>
                          <a:r>
                            <a:rPr lang="es-E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>
                          <a:defRPr lang="es-ES"/>
                        </a:defPPr>
                      </a:lstStyle>
                      <a:p>
                        <a:pPr algn="ctr" rtl="0"/>
                        <a:r>
                          <a:rPr lang="es-ES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s-ES"/>
                    </a:defPPr>
                  </a:lstStyle>
                  <a:p>
                    <a:pPr algn="ctr" rtl="0"/>
                    <a:r>
                      <a:rPr lang="es-ES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r>
                  <a:rPr lang="es-ES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63" name="Marcador de posición de imagen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 algn="ctr">
              <a:buNone/>
              <a:defRPr lang="es-ES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insertar una imagen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rtlCol="0" anchor="t" anchorCtr="0"/>
          <a:lstStyle>
            <a:lvl1pPr>
              <a:defRPr lang="es-ES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8" name="Gráfico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35" name="Imagen 34" descr="Un patrón seleccionado blanco y negro&#10;&#10;Descripción generada automáticamente con confianza baja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áfico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38" name="Gráfico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upo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upo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upo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upo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upo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upo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upo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>
                            <a:defPPr>
                              <a:defRPr lang="es-ES"/>
                            </a:defPPr>
                          </a:lstStyle>
                          <a:p>
                            <a:pPr algn="ctr" rtl="0"/>
                            <a:r>
                              <a:rPr lang="es-E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>
                          <a:defPPr>
                            <a:defRPr lang="es-ES"/>
                          </a:defPPr>
                        </a:lstStyle>
                        <a:p>
                          <a:pPr algn="ctr" rtl="0"/>
                          <a:r>
                            <a:rPr lang="es-E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>
                          <a:defRPr lang="es-ES"/>
                        </a:defPPr>
                      </a:lstStyle>
                      <a:p>
                        <a:pPr algn="ctr" rtl="0"/>
                        <a:r>
                          <a:rPr lang="es-ES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s-ES"/>
                    </a:defPPr>
                  </a:lstStyle>
                  <a:p>
                    <a:pPr algn="ctr" rtl="0"/>
                    <a:r>
                      <a:rPr lang="es-ES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r>
                  <a:rPr lang="es-ES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cxnSp>
          <p:nvCxnSpPr>
            <p:cNvPr id="63" name="Conector recto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67" name="Marcador de fecha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2C2B5D10-01BA-46C4-A39E-A3A8F037168D}" type="datetime1">
              <a:rPr lang="es-ES" smtClean="0"/>
              <a:t>10/08/2026</a:t>
            </a:fld>
            <a:endParaRPr lang="es-ES" dirty="0"/>
          </a:p>
        </p:txBody>
      </p:sp>
      <p:sp>
        <p:nvSpPr>
          <p:cNvPr id="68" name="Marcador de pie de página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69" name="Marcador de número de diapositiva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lang="es-ES"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lang="es-ES"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lang="es-ES"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lang="es-ES"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lang="es-ES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Subtítulo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28" name="Gráfico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11" name="Gráfico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áfico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73" name="Gráfico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Imagen 34" descr="Un patrón seleccionado blanco y negro&#10;&#10;Descripción generada automáticamente con confianza baja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upo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upo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upo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upo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upo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upo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upo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upo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>
                            <a:defPPr>
                              <a:defRPr lang="es-ES"/>
                            </a:defPPr>
                          </a:lstStyle>
                          <a:p>
                            <a:pPr algn="ctr" rtl="0"/>
                            <a:r>
                              <a:rPr lang="es-E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>
                          <a:defPPr>
                            <a:defRPr lang="es-ES"/>
                          </a:defPPr>
                        </a:lstStyle>
                        <a:p>
                          <a:pPr algn="ctr" rtl="0"/>
                          <a:r>
                            <a:rPr lang="es-E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>
                          <a:defRPr lang="es-ES"/>
                        </a:defPPr>
                      </a:lstStyle>
                      <a:p>
                        <a:pPr algn="ctr" rtl="0"/>
                        <a:r>
                          <a:rPr lang="es-ES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s-ES"/>
                    </a:defPPr>
                  </a:lstStyle>
                  <a:p>
                    <a:pPr algn="ctr" rtl="0"/>
                    <a:r>
                      <a:rPr lang="es-ES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r>
                  <a:rPr lang="es-ES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cxnSp>
          <p:nvCxnSpPr>
            <p:cNvPr id="77" name="Conector recto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rtlCol="0" anchor="b">
            <a:normAutofit/>
          </a:bodyPr>
          <a:lstStyle>
            <a:lvl1pPr algn="l">
              <a:defRPr lang="es-ES" sz="48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/>
              <a:t>Haga clic para AGREGAR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lang="es-ES" sz="2400">
                <a:solidFill>
                  <a:schemeClr val="tx2"/>
                </a:solidFill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agregar un subtítulo</a:t>
            </a:r>
          </a:p>
        </p:txBody>
      </p:sp>
      <p:sp>
        <p:nvSpPr>
          <p:cNvPr id="192" name="Marcador de fecha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3DE257B0-0B1B-40C0-890E-3AB8D284D4F0}" type="datetime1">
              <a:rPr lang="es-ES" smtClean="0"/>
              <a:t>10/08/2026</a:t>
            </a:fld>
            <a:endParaRPr lang="es-ES" dirty="0"/>
          </a:p>
        </p:txBody>
      </p:sp>
      <p:sp>
        <p:nvSpPr>
          <p:cNvPr id="193" name="Marcador de pie de página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194" name="Marcador de número de diapositiva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rtlCol="0" anchor="t" anchorCtr="0"/>
          <a:lstStyle>
            <a:lvl1pPr>
              <a:defRPr lang="es-ES" cap="all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12" name="Imagen 11" descr="Un patrón seleccionado blanco y negro&#10;&#10;Descripción generada automáticamente con confianza baja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26" name="Gráfico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31" name="Gráfico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Marcador de fecha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9177C618-E189-48F5-8AD3-BDEBDEC3F89A}" type="datetime1">
              <a:rPr lang="es-ES" smtClean="0"/>
              <a:t>10/08/2026</a:t>
            </a:fld>
            <a:endParaRPr lang="es-ES" dirty="0"/>
          </a:p>
        </p:txBody>
      </p:sp>
      <p:sp>
        <p:nvSpPr>
          <p:cNvPr id="33" name="Marcador de pie de página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34" name="Marcador de número de diapositiva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lang="es-ES" sz="1800"/>
            </a:lvl1pPr>
            <a:lvl2pPr marL="457200">
              <a:lnSpc>
                <a:spcPts val="2000"/>
              </a:lnSpc>
              <a:defRPr lang="es-ES" sz="1800"/>
            </a:lvl2pPr>
            <a:lvl3pPr marL="914400">
              <a:lnSpc>
                <a:spcPts val="2000"/>
              </a:lnSpc>
              <a:defRPr lang="es-ES" sz="1800"/>
            </a:lvl3pPr>
            <a:lvl4pPr marL="1371600">
              <a:lnSpc>
                <a:spcPts val="2000"/>
              </a:lnSpc>
              <a:defRPr lang="es-ES" sz="1800"/>
            </a:lvl4pPr>
            <a:lvl5pPr marL="1828800">
              <a:lnSpc>
                <a:spcPts val="2000"/>
              </a:lnSpc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lang="es-ES" sz="1800"/>
            </a:lvl1pPr>
            <a:lvl2pPr marL="457200">
              <a:lnSpc>
                <a:spcPts val="2000"/>
              </a:lnSpc>
              <a:defRPr lang="es-ES" sz="1800"/>
            </a:lvl2pPr>
            <a:lvl3pPr marL="914400">
              <a:lnSpc>
                <a:spcPts val="2000"/>
              </a:lnSpc>
              <a:defRPr lang="es-ES" sz="1800"/>
            </a:lvl3pPr>
            <a:lvl4pPr marL="1371600">
              <a:lnSpc>
                <a:spcPts val="2000"/>
              </a:lnSpc>
              <a:defRPr lang="es-ES" sz="1800"/>
            </a:lvl4pPr>
            <a:lvl5pPr marL="1828800">
              <a:lnSpc>
                <a:spcPts val="2000"/>
              </a:lnSpc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áfico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ángulo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ángulo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upo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101" name="Forma libre: Forma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163" name="Forma libre: Forma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rtlCol="0" anchor="t" anchorCtr="0"/>
          <a:lstStyle>
            <a:lvl1pPr>
              <a:defRPr lang="es-ES" cap="all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 rtlCol="0"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lang="es-ES" sz="1800"/>
            </a:lvl1pPr>
            <a:lvl2pPr>
              <a:lnSpc>
                <a:spcPts val="2000"/>
              </a:lnSpc>
              <a:defRPr lang="es-ES" sz="1800"/>
            </a:lvl2pPr>
            <a:lvl3pPr>
              <a:lnSpc>
                <a:spcPts val="2000"/>
              </a:lnSpc>
              <a:defRPr lang="es-ES" sz="1800"/>
            </a:lvl3pPr>
            <a:lvl4pPr>
              <a:lnSpc>
                <a:spcPts val="2000"/>
              </a:lnSpc>
              <a:defRPr lang="es-ES" sz="1800"/>
            </a:lvl4pPr>
            <a:lvl5pPr>
              <a:lnSpc>
                <a:spcPts val="2000"/>
              </a:lnSpc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buNone/>
              <a:defRPr lang="es-ES" sz="1800"/>
            </a:lvl1pPr>
            <a:lvl2pPr marL="457200">
              <a:lnSpc>
                <a:spcPts val="2000"/>
              </a:lnSpc>
              <a:defRPr lang="es-ES" sz="1800"/>
            </a:lvl2pPr>
            <a:lvl3pPr marL="914400">
              <a:lnSpc>
                <a:spcPts val="2000"/>
              </a:lnSpc>
              <a:defRPr lang="es-ES" sz="1800"/>
            </a:lvl3pPr>
            <a:lvl4pPr marL="1371600">
              <a:lnSpc>
                <a:spcPts val="2000"/>
              </a:lnSpc>
              <a:defRPr lang="es-ES" sz="1800"/>
            </a:lvl4pPr>
            <a:lvl5pPr marL="1828800">
              <a:lnSpc>
                <a:spcPts val="2000"/>
              </a:lnSpc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209" name="Marcador de fecha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740EB7AE-9D04-44B1-A2AD-3158528BDC2A}" type="datetime1">
              <a:rPr lang="es-ES" smtClean="0"/>
              <a:t>10/08/2026</a:t>
            </a:fld>
            <a:endParaRPr lang="es-ES" dirty="0"/>
          </a:p>
        </p:txBody>
      </p:sp>
      <p:sp>
        <p:nvSpPr>
          <p:cNvPr id="210" name="Marcador de pie de página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211" name="Marcador de número de diapositiva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+ imag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rtlCol="0" anchor="t" anchorCtr="0"/>
          <a:lstStyle>
            <a:lvl1pPr>
              <a:defRPr lang="es-ES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27" name="Marcador de posición de imagen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 algn="l">
              <a:buNone/>
              <a:defRPr lang="es-ES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insertar una imagen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 rtlCol="0"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lang="es-ES"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lang="es-ES"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lang="es-ES"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lang="es-ES"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lang="es-ES" sz="18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9" name="Marcador de fecha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493E32AF-3FCE-46D9-8013-32EEE691EE0A}" type="datetime1">
              <a:rPr lang="es-ES" smtClean="0"/>
              <a:t>10/08/2026</a:t>
            </a:fld>
            <a:endParaRPr lang="es-ES" dirty="0"/>
          </a:p>
        </p:txBody>
      </p:sp>
      <p:sp>
        <p:nvSpPr>
          <p:cNvPr id="70" name="Marcador de pie de página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71" name="Marcador de número de diapositiva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16" name="Gráfico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ángulo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+ Tabl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rtlCol="0" anchor="t" anchorCtr="0"/>
          <a:lstStyle>
            <a:lvl1pPr>
              <a:defRPr lang="es-ES" cap="all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7" name="Rectángulo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s-E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s-E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s-E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s-E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s-ES" sz="1800"/>
            </a:lvl5pPr>
          </a:lstStyle>
          <a:p>
            <a:pPr lvl="0" rtl="0"/>
            <a:r>
              <a:rPr lang="es-ES"/>
              <a:t>Haga clic para agregar texto </a:t>
            </a:r>
          </a:p>
          <a:p>
            <a:pPr marL="685800" lvl="1" indent="-228600" rtl="0"/>
            <a:r>
              <a:rPr lang="es-ES"/>
              <a:t>Segundo nivel</a:t>
            </a:r>
          </a:p>
          <a:p>
            <a:pPr marL="1143000" lvl="2" indent="-228600" rtl="0"/>
            <a:r>
              <a:rPr lang="es-ES"/>
              <a:t>Tercer nivel</a:t>
            </a:r>
          </a:p>
          <a:p>
            <a:pPr marL="1600200" lvl="3" indent="-228600" rtl="0"/>
            <a:r>
              <a:rPr lang="es-ES"/>
              <a:t>Cuarto nivel</a:t>
            </a:r>
          </a:p>
          <a:p>
            <a:pPr marL="2057400" lvl="4" indent="-228600" rtl="0"/>
            <a:r>
              <a:rPr lang="es-ES"/>
              <a:t>Quinto nivel</a:t>
            </a:r>
          </a:p>
        </p:txBody>
      </p:sp>
      <p:sp>
        <p:nvSpPr>
          <p:cNvPr id="8" name="Marcador de posición de tabla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 rtlCol="0"/>
          <a:lstStyle>
            <a:lvl1pPr>
              <a:defRPr lang="es-ES"/>
            </a:lvl1pPr>
          </a:lstStyle>
          <a:p>
            <a:pPr rtl="0"/>
            <a:r>
              <a:rPr lang="es-ES"/>
              <a:t>Haga clic en el icono para insertar una tabla</a:t>
            </a:r>
          </a:p>
        </p:txBody>
      </p:sp>
      <p:sp>
        <p:nvSpPr>
          <p:cNvPr id="3" name="Marcador de fecha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fld id="{F52EB143-0484-4B4A-822A-8DC2C064522B}" type="datetime1">
              <a:rPr lang="es-ES" smtClean="0"/>
              <a:t>10/08/2026</a:t>
            </a:fld>
            <a:endParaRPr lang="es-ES" dirty="0"/>
          </a:p>
        </p:txBody>
      </p:sp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rtlCol="0" anchor="t" anchorCtr="0"/>
          <a:lstStyle>
            <a:lvl1pPr>
              <a:defRPr lang="es-ES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48" name="Gráfico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áfico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s-ES"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lang="es-ES"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lang="es-ES"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lang="es-ES"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lang="es-ES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4" name="Marcador de texto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 rtlCol="0"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lang="es-ES"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lang="es-ES"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lang="es-ES"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lang="es-ES"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lang="es-ES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/>
              <a:t>Haga clic para agregar texto 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3" name="Marcador de fecha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72E03785-F6E3-493F-956A-4BC16E39C284}" type="datetime1">
              <a:rPr lang="es-ES" smtClean="0"/>
              <a:t>10/08/2026</a:t>
            </a:fld>
            <a:endParaRPr lang="es-ES" dirty="0"/>
          </a:p>
        </p:txBody>
      </p:sp>
      <p:sp>
        <p:nvSpPr>
          <p:cNvPr id="64" name="Marcador de pie de página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65" name="Marcador de número de diapositiva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rtlCol="0" anchor="t" anchorCtr="0"/>
          <a:lstStyle>
            <a:lvl1pPr>
              <a:defRPr lang="es-ES" cap="all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5" name="Marcador de posición de tabla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 rtlCol="0"/>
          <a:lstStyle>
            <a:lvl1pPr>
              <a:defRPr lang="es-ES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 lang="es-ES"/>
            </a:pPr>
            <a:r>
              <a:rPr lang="es-ES"/>
              <a:t>Haga clic en el icono para insertar una tabla</a:t>
            </a:r>
          </a:p>
          <a:p>
            <a:pPr rtl="0"/>
            <a:endParaRPr lang="es-ES" dirty="0"/>
          </a:p>
        </p:txBody>
      </p:sp>
      <p:sp>
        <p:nvSpPr>
          <p:cNvPr id="7" name="Rectángulo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3" name="Marcador de fecha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fld id="{20B67A72-3A57-4FB3-90CC-3D658B9B24C0}" type="datetime1">
              <a:rPr lang="es-ES" smtClean="0"/>
              <a:t>10/08/2026</a:t>
            </a:fld>
            <a:endParaRPr lang="es-ES" dirty="0"/>
          </a:p>
        </p:txBody>
      </p:sp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ido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116" name="Grupo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upo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upo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upo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upo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upo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upo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upo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>
                            <a:defPPr>
                              <a:defRPr lang="es-ES"/>
                            </a:defPPr>
                          </a:lstStyle>
                          <a:p>
                            <a:pPr algn="ctr" rtl="0"/>
                            <a:r>
                              <a:rPr lang="es-E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>
                          <a:defPPr>
                            <a:defRPr lang="es-ES"/>
                          </a:defPPr>
                        </a:lstStyle>
                        <a:p>
                          <a:pPr algn="ctr" rtl="0"/>
                          <a:r>
                            <a:rPr lang="es-E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>
                          <a:defRPr lang="es-ES"/>
                        </a:defPPr>
                      </a:lstStyle>
                      <a:p>
                        <a:pPr algn="ctr" rtl="0"/>
                        <a:r>
                          <a:rPr lang="es-ES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s-ES"/>
                    </a:defPPr>
                  </a:lstStyle>
                  <a:p>
                    <a:pPr algn="ctr" rtl="0"/>
                    <a:r>
                      <a:rPr lang="es-ES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r>
                  <a:rPr lang="es-ES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297" name="Gráfico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áfico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Conector recto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rtlCol="0" anchor="b">
            <a:normAutofit/>
          </a:bodyPr>
          <a:lstStyle>
            <a:lvl1pPr algn="l">
              <a:defRPr lang="es-ES" sz="44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lang="es-ES" sz="1800">
                <a:solidFill>
                  <a:schemeClr val="tx2"/>
                </a:solidFill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agregar un subtítulo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3DAC8E4-6DEF-4C1E-98BC-5D4BE770117D}" type="datetime1">
              <a:rPr lang="es-ES" smtClean="0"/>
              <a:t>10/08/2026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s-ES"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s-ES"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es-ES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es-E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es-ES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4772" y="677918"/>
            <a:ext cx="6856292" cy="3590596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Código del taller 10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2EA4869-ACFB-86B8-B64A-7D65001C7F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304" b="24435"/>
          <a:stretch>
            <a:fillRect/>
          </a:stretch>
        </p:blipFill>
        <p:spPr>
          <a:xfrm>
            <a:off x="6190422" y="3985590"/>
            <a:ext cx="5715000" cy="287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3694" y="544285"/>
            <a:ext cx="6594768" cy="3445329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¿Cómo correrlo?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1566" y="4218276"/>
            <a:ext cx="2465533" cy="1951523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n-US" dirty="0"/>
              <a:t>pip install flask</a:t>
            </a:r>
          </a:p>
          <a:p>
            <a:pPr rtl="0"/>
            <a:r>
              <a:rPr lang="en-US" dirty="0"/>
              <a:t>python app.py</a:t>
            </a:r>
            <a:endParaRPr lang="es-ES" dirty="0"/>
          </a:p>
          <a:p>
            <a:pPr rtl="0"/>
            <a:endParaRPr lang="es-ES" dirty="0"/>
          </a:p>
        </p:txBody>
      </p:sp>
      <p:pic>
        <p:nvPicPr>
          <p:cNvPr id="13" name="Marcador de posición de imagen 12" descr="Vista de ángulo bajo de edificios altos">
            <a:extLst>
              <a:ext uri="{FF2B5EF4-FFF2-40B4-BE49-F238E27FC236}">
                <a16:creationId xmlns:a16="http://schemas.microsoft.com/office/drawing/2014/main" id="{1DFE730E-30E7-DA99-A3EE-ACB889D161E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43" r="43"/>
          <a:stretch/>
        </p:blipFill>
        <p:spPr>
          <a:xfrm>
            <a:off x="0" y="-1"/>
            <a:ext cx="4076118" cy="6096678"/>
          </a:xfrm>
        </p:spPr>
      </p:pic>
      <p:sp>
        <p:nvSpPr>
          <p:cNvPr id="44" name="Elipse 43">
            <a:extLst>
              <a:ext uri="{FF2B5EF4-FFF2-40B4-BE49-F238E27FC236}">
                <a16:creationId xmlns:a16="http://schemas.microsoft.com/office/drawing/2014/main" id="{5F855448-57DF-E468-AF41-00CAAC2D7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5895479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752FDA21-768F-9929-E6D6-D78CD4F8E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1909602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9539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896112"/>
            <a:ext cx="6059423" cy="1988706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¿Qué incluye?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97565" y="2264380"/>
            <a:ext cx="6832876" cy="3122629"/>
          </a:xfrm>
        </p:spPr>
        <p:txBody>
          <a:bodyPr vert="horz" lIns="91440" tIns="45720" rIns="91440" bIns="45720" rtlCol="0" anchor="t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MX" dirty="0"/>
              <a:t>-Formulario con 6 competencias (Planificación, Dominio disciplinar, Metodología, Evaluación de aprendizajes, Clima de aula, TIC, cada una con 4 indicadores en escala Likert 1-5.</a:t>
            </a:r>
          </a:p>
          <a:p>
            <a:pPr rtl="0"/>
            <a:r>
              <a:rPr lang="es-MX" dirty="0"/>
              <a:t>-Al enviar, calcula promedio y % por competencia y el resultado general, sin guardar nada en base de datos (todo vive en la sesión).</a:t>
            </a:r>
          </a:p>
          <a:p>
            <a:pPr rtl="0"/>
            <a:r>
              <a:rPr lang="es-MX" dirty="0"/>
              <a:t>-Panel de resultados con gráfico radar y de barras (Chart.js), nivel de logro (Inicial/En desarrollo/Satisfactorio/Destacado), fortalezas y áreas de mejora, y tabla detallada.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AC050D-BAF4-C23C-F8EC-24DEC429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7877" y="898525"/>
            <a:ext cx="7606895" cy="910398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¿Qué hace?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87441910-6501-5C60-C05A-BAFF34C25798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3066689" y="1808923"/>
            <a:ext cx="9125311" cy="4094923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lvl="0"/>
            <a:r>
              <a:rPr lang="es-EC" sz="1600" dirty="0"/>
              <a:t>El docente completa un formulario con escalas Likert (1 a 5) organizado en 6 competencias: Planificación, Dominio disciplinar, Metodología, Evaluación de aprendizajes, Clima de aula y Uso de TIC.</a:t>
            </a:r>
          </a:p>
          <a:p>
            <a:pPr lvl="0"/>
            <a:r>
              <a:rPr lang="es-EC" sz="1600" dirty="0"/>
              <a:t>Al enviar el formulario, la app calcula el promedio y porcentaje por competencia y el resultado general.</a:t>
            </a:r>
          </a:p>
          <a:p>
            <a:pPr lvl="0"/>
            <a:r>
              <a:rPr lang="es-EC" sz="1600" dirty="0"/>
              <a:t>Muestra un panel de resultados con: </a:t>
            </a:r>
          </a:p>
          <a:p>
            <a:pPr lvl="1"/>
            <a:r>
              <a:rPr lang="es-EC" sz="1600" dirty="0"/>
              <a:t>Puntaje general y nivel de logro (Inicial / En desarrollo / Satisfactorio / Destacado)</a:t>
            </a:r>
          </a:p>
          <a:p>
            <a:pPr lvl="1"/>
            <a:r>
              <a:rPr lang="es-EC" sz="1600" dirty="0"/>
              <a:t>Gráfico radar y de barras (Chart.js)</a:t>
            </a:r>
          </a:p>
          <a:p>
            <a:pPr lvl="1"/>
            <a:r>
              <a:rPr lang="es-EC" sz="1600" dirty="0"/>
              <a:t>Fortalezas y áreas de mejora</a:t>
            </a:r>
          </a:p>
          <a:p>
            <a:pPr lvl="1"/>
            <a:r>
              <a:rPr lang="es-EC" sz="1600" dirty="0"/>
              <a:t>Tabla detallada por competencia</a:t>
            </a:r>
          </a:p>
          <a:p>
            <a:pPr marL="0" indent="0" rtl="0">
              <a:buNone/>
            </a:pPr>
            <a:endParaRPr lang="es-ES" sz="1600" dirty="0"/>
          </a:p>
        </p:txBody>
      </p:sp>
      <p:sp>
        <p:nvSpPr>
          <p:cNvPr id="64" name="Elipse 63">
            <a:extLst>
              <a:ext uri="{FF2B5EF4-FFF2-40B4-BE49-F238E27FC236}">
                <a16:creationId xmlns:a16="http://schemas.microsoft.com/office/drawing/2014/main" id="{1C668341-39BE-4448-B29D-2594AE6D75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01853" y="2682814"/>
            <a:ext cx="274320" cy="27432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B31C374B-40F2-4B1E-A9D8-6E5C932FF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0" y="2824876"/>
            <a:ext cx="2011680" cy="7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Marcador de número de diapositiva 29">
            <a:extLst>
              <a:ext uri="{FF2B5EF4-FFF2-40B4-BE49-F238E27FC236}">
                <a16:creationId xmlns:a16="http://schemas.microsoft.com/office/drawing/2014/main" id="{32C7587B-DD64-0940-2F6D-21C5F453F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4</a:t>
            </a:fld>
            <a:endParaRPr lang="es-ES" dirty="0"/>
          </a:p>
        </p:txBody>
      </p:sp>
      <p:pic>
        <p:nvPicPr>
          <p:cNvPr id="9" name="Marcador de posición de imagen 8" descr="Black and white spiralling staircase">
            <a:extLst>
              <a:ext uri="{FF2B5EF4-FFF2-40B4-BE49-F238E27FC236}">
                <a16:creationId xmlns:a16="http://schemas.microsoft.com/office/drawing/2014/main" id="{6D99E366-6114-F842-3293-BD04F924B882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36045" r="3604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09374" y="1092430"/>
            <a:ext cx="5528217" cy="2685383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sz="8800" dirty="0"/>
              <a:t>MUCHAS GRACIAS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A083210-9D2B-23F9-9567-03FE33F562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986535"/>
            <a:ext cx="5718544" cy="287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16625_TF33968143_Win32" id="{FD55521C-97B8-455D-B14F-4B365F441772}" vid="{700AE2DC-749E-4702-88ED-A17DDD6F6BA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F65614A-92F9-4391-AC3D-F3F5B0704F99}">
  <ds:schemaRefs>
    <ds:schemaRef ds:uri="http://purl.org/dc/terms/"/>
    <ds:schemaRef ds:uri="71af3243-3dd4-4a8d-8c0d-dd76da1f02a5"/>
    <ds:schemaRef ds:uri="http://schemas.microsoft.com/sharepoint/v3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purl.org/dc/dcmitype/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230e9df3-be65-4c73-a93b-d1236ebd677e"/>
    <ds:schemaRef ds:uri="16c05727-aa75-4e4a-9b5f-8a80a1165891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{09704CBF-5A03-4CB5-9688-F815B17075A8}TF55c86556-70ea-476e-aa05-13a38f2d5b0d9d059710_win32-466d335bc4d7</Template>
  <TotalTime>83</TotalTime>
  <Words>230</Words>
  <Application>Microsoft Office PowerPoint</Application>
  <PresentationFormat>Panorámica</PresentationFormat>
  <Paragraphs>24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Avenir Next LT Pro</vt:lpstr>
      <vt:lpstr>Calibri</vt:lpstr>
      <vt:lpstr>Personalizar</vt:lpstr>
      <vt:lpstr>Código del taller 10</vt:lpstr>
      <vt:lpstr>¿Cómo correrlo?</vt:lpstr>
      <vt:lpstr>¿Qué incluye?</vt:lpstr>
      <vt:lpstr>¿Qué hace?</vt:lpstr>
      <vt:lpstr>MUCHAS 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Jesahias J. Sánchez Y.</dc:creator>
  <cp:lastModifiedBy>Jesahias J. Sánchez Y.</cp:lastModifiedBy>
  <cp:revision>1</cp:revision>
  <dcterms:created xsi:type="dcterms:W3CDTF">2026-08-11T00:47:03Z</dcterms:created>
  <dcterms:modified xsi:type="dcterms:W3CDTF">2026-08-11T02:10:26Z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